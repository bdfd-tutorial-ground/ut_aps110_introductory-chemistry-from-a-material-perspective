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4589" r:id="rId5"/>
    <p:sldId id="4592" r:id="rId6"/>
    <p:sldId id="258" r:id="rId7"/>
    <p:sldId id="4639" r:id="rId8"/>
    <p:sldId id="3601" r:id="rId9"/>
    <p:sldId id="4649" r:id="rId10"/>
    <p:sldId id="2660" r:id="rId11"/>
    <p:sldId id="2656" r:id="rId12"/>
    <p:sldId id="3958" r:id="rId13"/>
    <p:sldId id="2863" r:id="rId14"/>
    <p:sldId id="4658" r:id="rId15"/>
    <p:sldId id="4659" r:id="rId16"/>
    <p:sldId id="4134" r:id="rId17"/>
    <p:sldId id="4660" r:id="rId18"/>
    <p:sldId id="4633" r:id="rId19"/>
    <p:sldId id="465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iana" initials="D" lastIdx="1" clrIdx="0">
    <p:extLst>
      <p:ext uri="{19B8F6BF-5375-455C-9EA6-DF929625EA0E}">
        <p15:presenceInfo xmlns:p15="http://schemas.microsoft.com/office/powerpoint/2012/main" userId="Dian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30115" autoAdjust="0"/>
    <p:restoredTop sz="59530" autoAdjust="0"/>
  </p:normalViewPr>
  <p:slideViewPr>
    <p:cSldViewPr snapToGrid="0">
      <p:cViewPr varScale="1">
        <p:scale>
          <a:sx n="67" d="100"/>
          <a:sy n="67" d="100"/>
        </p:scale>
        <p:origin x="1479" y="4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762"/>
    </p:cViewPr>
  </p:sorterViewPr>
  <p:notesViewPr>
    <p:cSldViewPr snapToGrid="0">
      <p:cViewPr varScale="1">
        <p:scale>
          <a:sx n="66" d="100"/>
          <a:sy n="66" d="100"/>
        </p:scale>
        <p:origin x="313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2B8681-DD13-4A42-BBDD-DAC7DA43E430}" type="datetimeFigureOut">
              <a:rPr lang="en-CA" smtClean="0"/>
              <a:t>2026-09-11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875EBB-55DF-4FF4-A9D6-4C9888A1D7F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046028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7474FC-94D7-4F1C-B984-7E942EBFF962}" type="datetimeFigureOut">
              <a:rPr lang="en-CA" smtClean="0"/>
              <a:t>2026-09-11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10D93D-ECA4-47A1-A3E4-48D7C53B2E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13095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28469-AA3B-F9BF-474A-D0D6C6DFD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A1DEA9-E551-2760-51CB-11C2C5EEE7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2D1A49-5938-D328-1222-29C06E4B6E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dirty="0">
              <a:solidFill>
                <a:srgbClr val="182126"/>
              </a:solidFill>
              <a:effectLst/>
              <a:latin typeface="-apple-system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A7C48-42E9-95CD-EE24-8C266811CF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A62D17-35A6-4F20-88C4-32BB5E420CE3}" type="slidenum">
              <a:rPr lang="en-CA" smtClean="0"/>
              <a:t>1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77331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D10EE-DDCA-7FC3-C71C-DF6538671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D019E7-059E-EF11-925C-4921DC4A03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A967FB-E4A3-3631-9574-77DE18BE5B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35 Thin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dirty="0">
              <a:solidFill>
                <a:srgbClr val="182126"/>
              </a:solidFill>
              <a:effectLst/>
              <a:latin typeface="-apple-system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0C8A7-68FB-1C0E-5039-26DD58A26E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A62D17-35A6-4F20-88C4-32BB5E420CE3}" type="slidenum">
              <a:rPr lang="en-CA" smtClean="0"/>
              <a:t>2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876799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C69E6-2FFD-E88E-13EE-D27460699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2B3503-49CC-BA8A-C50E-72A939B7C7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F0DAB9-F37D-6FAF-090E-BE281A03EC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2ED71-CD79-7736-3661-3C05CD87AB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0D93D-ECA4-47A1-A3E4-48D7C53B2E72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06542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0C106-BB5A-81E2-9DBD-A3CA3BE37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17AF08-2068-03D0-E97B-F6BA4E494C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EEEFB1-3962-F9AA-866D-BA289430FA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35 Thin"/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CE9834-A9FE-AF79-9A91-CED9B51F59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A62D17-35A6-4F20-88C4-32BB5E420CE3}" type="slidenum">
              <a:rPr lang="en-CA" smtClean="0"/>
              <a:t>4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332646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090C7-ECEF-BDEB-BBE2-81C64C389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764885-57E4-431B-1F5F-4F6198E093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7576F5-A556-407E-D32E-144FB31A5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 </a:t>
            </a:r>
            <a:endParaRPr lang="en-US" sz="1200" i="0" dirty="0"/>
          </a:p>
          <a:p>
            <a:endParaRPr lang="en-CA" b="1" dirty="0"/>
          </a:p>
          <a:p>
            <a:endParaRPr lang="en-CA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204D6-D7CE-7477-BB01-42FE4C3C17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3C90F2-F4C7-B34A-BBF6-3F0668234CD8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9016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A3FB6-DE7F-443E-6E19-60D19703D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F917FC-6AF6-9A05-F91F-99677304D4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2A4B0A-9227-14C7-32F3-068ADBE78B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35 Thin"/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AB7774-39A0-78C9-5538-0225E1DC66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A62D17-35A6-4F20-88C4-32BB5E420CE3}" type="slidenum">
              <a:rPr lang="en-CA" smtClean="0"/>
              <a:t>6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425677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FF59C-0E44-511E-302F-0565A2708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35C199-827A-9426-F888-8D1B076644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4B7227-011E-9652-9308-E2368F9B12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AA94E-ED55-B88A-5F63-4B9FAB0F3E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3C90F2-F4C7-B34A-BBF6-3F0668234CD8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2657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8C3C2-ACB1-7465-90AF-0D293D8D2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F33225-A29D-0923-CC59-0CC72900AA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584F4F-9300-BFF3-8279-18688EA51E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endParaRPr lang="en-US" sz="1200" b="0" dirty="0">
              <a:solidFill>
                <a:schemeClr val="tx1">
                  <a:lumMod val="65000"/>
                  <a:lumOff val="35000"/>
                </a:schemeClr>
              </a:solidFill>
              <a:latin typeface="Helvetica 35 Thin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8E832-CE54-7B68-8FFE-2D909CFC90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3C90F2-F4C7-B34A-BBF6-3F0668234CD8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5467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 </a:t>
            </a:r>
            <a:endParaRPr lang="en-CA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10D93D-ECA4-47A1-A3E4-48D7C53B2E72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25453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dirty="0"/>
              <a:t> </a:t>
            </a:r>
          </a:p>
          <a:p>
            <a:endParaRPr lang="en-CA" baseline="0" dirty="0"/>
          </a:p>
          <a:p>
            <a:r>
              <a:rPr lang="en-CA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10D93D-ECA4-47A1-A3E4-48D7C53B2E72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8192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C898-51EB-4DF5-8BF3-C5E5654F4A2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A439A-C26C-463C-BDD6-449EAB328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731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11000"/>
    </mc:Choice>
    <mc:Fallback xmlns="">
      <p:transition advClick="0" advTm="11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C898-51EB-4DF5-8BF3-C5E5654F4A2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A439A-C26C-463C-BDD6-449EAB328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208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11000"/>
    </mc:Choice>
    <mc:Fallback xmlns="">
      <p:transition advClick="0" advTm="11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C898-51EB-4DF5-8BF3-C5E5654F4A2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A439A-C26C-463C-BDD6-449EAB328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947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11000"/>
    </mc:Choice>
    <mc:Fallback xmlns="">
      <p:transition advClick="0" advTm="11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C898-51EB-4DF5-8BF3-C5E5654F4A2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A439A-C26C-463C-BDD6-449EAB328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913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11000"/>
    </mc:Choice>
    <mc:Fallback xmlns="">
      <p:transition advClick="0" advTm="11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C898-51EB-4DF5-8BF3-C5E5654F4A2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A439A-C26C-463C-BDD6-449EAB328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487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11000"/>
    </mc:Choice>
    <mc:Fallback xmlns="">
      <p:transition advClick="0" advTm="11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C898-51EB-4DF5-8BF3-C5E5654F4A2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A439A-C26C-463C-BDD6-449EAB328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700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11000"/>
    </mc:Choice>
    <mc:Fallback xmlns="">
      <p:transition advClick="0" advTm="11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C898-51EB-4DF5-8BF3-C5E5654F4A2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A439A-C26C-463C-BDD6-449EAB328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983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11000"/>
    </mc:Choice>
    <mc:Fallback xmlns="">
      <p:transition advClick="0" advTm="11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C898-51EB-4DF5-8BF3-C5E5654F4A2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A439A-C26C-463C-BDD6-449EAB328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253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11000"/>
    </mc:Choice>
    <mc:Fallback xmlns="">
      <p:transition advClick="0" advTm="11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C898-51EB-4DF5-8BF3-C5E5654F4A2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A439A-C26C-463C-BDD6-449EAB328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28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11000"/>
    </mc:Choice>
    <mc:Fallback xmlns="">
      <p:transition advClick="0" advTm="11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C898-51EB-4DF5-8BF3-C5E5654F4A2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A439A-C26C-463C-BDD6-449EAB328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011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11000"/>
    </mc:Choice>
    <mc:Fallback xmlns="">
      <p:transition advClick="0" advTm="11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C898-51EB-4DF5-8BF3-C5E5654F4A2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A439A-C26C-463C-BDD6-449EAB328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238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11000"/>
    </mc:Choice>
    <mc:Fallback xmlns="">
      <p:transition advClick="0" advTm="11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EC898-51EB-4DF5-8BF3-C5E5654F4A2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7A439A-C26C-463C-BDD6-449EAB328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132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250" advClick="0" advTm="11000"/>
    </mc:Choice>
    <mc:Fallback xmlns="">
      <p:transition advClick="0" advTm="11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8E0E7-361F-0B4C-06C2-2D374EAC9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B7F095-D228-C088-1FB2-27962750DD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14" y="4277"/>
            <a:ext cx="12184372" cy="6853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990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12000"/>
    </mc:Choice>
    <mc:Fallback>
      <p:transition advClick="0" advTm="12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A6E33-4A7C-41E0-7E94-7470A9920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D7D857-52F0-47A0-2C4F-693C36DDBB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13" y="4277"/>
            <a:ext cx="12184374" cy="6853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3908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12000"/>
    </mc:Choice>
    <mc:Fallback>
      <p:transition advClick="0" advTm="1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5A8B8-D3DB-2EA9-7C46-9C8453498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7E3A08-F654-F063-1017-FAE1D1E98C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45724"/>
            <a:ext cx="12273286" cy="6903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8751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12000"/>
    </mc:Choice>
    <mc:Fallback>
      <p:transition advClick="0" advTm="1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269ED-C418-CB27-1B6E-67C8CF170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DB271A-89F0-E2E3-9C37-AC20C6ABFA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15" y="4277"/>
            <a:ext cx="12184370" cy="6853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0597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12000"/>
    </mc:Choice>
    <mc:Fallback>
      <p:transition advClick="0" advTm="1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863C6-E8F0-4FBE-4186-C25F0D0BC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8BB607-C504-27B0-EBC8-6ED481D554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" y="0"/>
            <a:ext cx="1219198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8844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12000"/>
    </mc:Choice>
    <mc:Fallback>
      <p:transition advClick="0" advTm="12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CA529-5F8F-6693-A115-16B2ADDA1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9EA35C2-AA11-BA58-B417-3C710E3829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15" y="4277"/>
            <a:ext cx="12184369" cy="6853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2485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12000"/>
    </mc:Choice>
    <mc:Fallback>
      <p:transition advClick="0" advTm="12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3627B-661B-1BE3-B191-2B2768050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56B87E-826C-DDA5-8558-A4A958E136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" y="0"/>
            <a:ext cx="12191976" cy="6857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099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12000"/>
    </mc:Choice>
    <mc:Fallback>
      <p:transition advClick="0" advTm="12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8FAB6-B7A6-235E-4DE7-C32B993FC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0481AB-8D61-0064-7A67-0788AB9B9F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" y="0"/>
            <a:ext cx="12191980" cy="685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2089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12000"/>
    </mc:Choice>
    <mc:Fallback>
      <p:transition advClick="0" advTm="12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" y="2"/>
            <a:ext cx="12191988" cy="685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4925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12000"/>
    </mc:Choice>
    <mc:Fallback>
      <p:transition advClick="0" advTm="12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" y="0"/>
            <a:ext cx="12191972" cy="6857984"/>
          </a:xfrm>
        </p:spPr>
      </p:pic>
    </p:spTree>
    <p:extLst>
      <p:ext uri="{BB962C8B-B14F-4D97-AF65-F5344CB8AC3E}">
        <p14:creationId xmlns:p14="http://schemas.microsoft.com/office/powerpoint/2010/main" val="18299823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12000"/>
    </mc:Choice>
    <mc:Fallback>
      <p:transition advClick="0" advTm="12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DDDD85-8251-F838-1AC2-3CDD0F58AF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1656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12000"/>
    </mc:Choice>
    <mc:Fallback>
      <p:transition advClick="0" advTm="12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5D9C17-D6EA-46D1-EC06-55840EB318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7010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12000"/>
    </mc:Choice>
    <mc:Fallback>
      <p:transition advClick="0" advTm="12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person&#10;&#10;AI-generated content may be incorrect.">
            <a:extLst>
              <a:ext uri="{FF2B5EF4-FFF2-40B4-BE49-F238E27FC236}">
                <a16:creationId xmlns:a16="http://schemas.microsoft.com/office/drawing/2014/main" id="{AFC51012-3A15-AF0B-7F6F-1FF7EBF547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2643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12000"/>
    </mc:Choice>
    <mc:Fallback>
      <p:transition advClick="0" advTm="12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74D471-6BF3-2752-0A36-C479B96928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5339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12000"/>
    </mc:Choice>
    <mc:Fallback>
      <p:transition advClick="0" advTm="12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A9161B-88DC-6158-3FE2-5EFFEA38C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3332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12000"/>
    </mc:Choice>
    <mc:Fallback>
      <p:transition advClick="0" advTm="12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C70299-3FDB-FE0B-546D-CEC70FB1A2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3142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12000"/>
    </mc:Choice>
    <mc:Fallback>
      <p:transition advClick="0" advTm="1200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86A1722-ED93-4182-9E2C-1E242901AE96}">
  <we:reference id="e6890d58-51ce-4572-9272-a9ab2dd6f31e" version="1.1.0.0" store="EXCatalog" storeType="EXCatalog"/>
  <we:alternateReferences>
    <we:reference id="WA200002334" version="1.1.0.0" store="en-CA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3745AF06AD277448C00178C5E687B57" ma:contentTypeVersion="16" ma:contentTypeDescription="Create a new document." ma:contentTypeScope="" ma:versionID="2d6d2d35a41215595bebc279e5444130">
  <xsd:schema xmlns:xsd="http://www.w3.org/2001/XMLSchema" xmlns:xs="http://www.w3.org/2001/XMLSchema" xmlns:p="http://schemas.microsoft.com/office/2006/metadata/properties" xmlns:ns2="ffb7da5c-17e6-424c-ac0d-2075003745a6" xmlns:ns3="a019596b-07bb-4fe5-8e66-74a257598ac6" targetNamespace="http://schemas.microsoft.com/office/2006/metadata/properties" ma:root="true" ma:fieldsID="7c43f05f444bae1d1f6a753258dbc83e" ns2:_="" ns3:_="">
    <xsd:import namespace="ffb7da5c-17e6-424c-ac0d-2075003745a6"/>
    <xsd:import namespace="a019596b-07bb-4fe5-8e66-74a257598ac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b7da5c-17e6-424c-ac0d-2075003745a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fe164b29-4069-4387-b6aa-f01f2a1f474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19596b-07bb-4fe5-8e66-74a257598ac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109f760f-5202-4a42-920e-3b51c0c242b3}" ma:internalName="TaxCatchAll" ma:showField="CatchAllData" ma:web="a019596b-07bb-4fe5-8e66-74a257598ac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019596b-07bb-4fe5-8e66-74a257598ac6" xsi:nil="true"/>
    <lcf76f155ced4ddcb4097134ff3c332f xmlns="ffb7da5c-17e6-424c-ac0d-2075003745a6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4749123-4C5D-4953-B13B-570573D4DACB}"/>
</file>

<file path=customXml/itemProps2.xml><?xml version="1.0" encoding="utf-8"?>
<ds:datastoreItem xmlns:ds="http://schemas.openxmlformats.org/officeDocument/2006/customXml" ds:itemID="{2145B1BF-FDD7-4B54-835C-218CEC62AA93}">
  <ds:schemaRefs>
    <ds:schemaRef ds:uri="http://schemas.microsoft.com/office/2006/metadata/properties"/>
    <ds:schemaRef ds:uri="http://schemas.microsoft.com/office/infopath/2007/PartnerControls"/>
    <ds:schemaRef ds:uri="37632fa0-411f-4886-b19a-0e04ec7fbf4f"/>
    <ds:schemaRef ds:uri="308a87a8-1a48-46c4-a367-2871a077d9fc"/>
  </ds:schemaRefs>
</ds:datastoreItem>
</file>

<file path=customXml/itemProps3.xml><?xml version="1.0" encoding="utf-8"?>
<ds:datastoreItem xmlns:ds="http://schemas.openxmlformats.org/officeDocument/2006/customXml" ds:itemID="{08C4E8B3-C521-401A-A4F5-025DC36146F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746849</TotalTime>
  <Words>20</Words>
  <Application>Microsoft Office PowerPoint</Application>
  <PresentationFormat>Widescreen</PresentationFormat>
  <Paragraphs>21</Paragraphs>
  <Slides>16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-apple-system</vt:lpstr>
      <vt:lpstr>Arial</vt:lpstr>
      <vt:lpstr>Calibri</vt:lpstr>
      <vt:lpstr>Calibri Light</vt:lpstr>
      <vt:lpstr>Helvetica 35 Thin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Toronto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Emily Wright</dc:creator>
  <cp:lastModifiedBy>Erin Holliday</cp:lastModifiedBy>
  <cp:revision>3604</cp:revision>
  <dcterms:created xsi:type="dcterms:W3CDTF">2019-05-14T17:41:51Z</dcterms:created>
  <dcterms:modified xsi:type="dcterms:W3CDTF">2026-09-11T20:39:51Z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0x01010023745AF06AD277448C00178C5E687B57</vt:lpwstr>
  </property>
</Properties>
</file>