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4670" r:id="rId5"/>
    <p:sldId id="4677" r:id="rId6"/>
    <p:sldId id="4598" r:id="rId7"/>
    <p:sldId id="2660" r:id="rId8"/>
    <p:sldId id="4646" r:id="rId9"/>
    <p:sldId id="4068" r:id="rId10"/>
    <p:sldId id="4024" r:id="rId11"/>
    <p:sldId id="4645" r:id="rId12"/>
    <p:sldId id="4545" r:id="rId13"/>
    <p:sldId id="2625" r:id="rId14"/>
    <p:sldId id="4659" r:id="rId15"/>
    <p:sldId id="4134" r:id="rId16"/>
    <p:sldId id="4660" r:id="rId17"/>
    <p:sldId id="4633" r:id="rId18"/>
    <p:sldId id="4678" r:id="rId19"/>
    <p:sldId id="465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ana" initials="D" lastIdx="1" clrIdx="0">
    <p:extLst>
      <p:ext uri="{19B8F6BF-5375-455C-9EA6-DF929625EA0E}">
        <p15:presenceInfo xmlns:p15="http://schemas.microsoft.com/office/powerpoint/2012/main" userId="Dia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0115" autoAdjust="0"/>
    <p:restoredTop sz="87817" autoAdjust="0"/>
  </p:normalViewPr>
  <p:slideViewPr>
    <p:cSldViewPr snapToGrid="0">
      <p:cViewPr varScale="1">
        <p:scale>
          <a:sx n="72" d="100"/>
          <a:sy n="72" d="100"/>
        </p:scale>
        <p:origin x="408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035"/>
    </p:cViewPr>
  </p:sorter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B8681-DD13-4A42-BBDD-DAC7DA43E430}" type="datetimeFigureOut">
              <a:rPr lang="en-CA" smtClean="0"/>
              <a:t>2026-09-18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875EBB-55DF-4FF4-A9D6-4C9888A1D7F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46028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474FC-94D7-4F1C-B984-7E942EBFF962}" type="datetimeFigureOut">
              <a:rPr lang="en-CA" smtClean="0"/>
              <a:t>2026-09-18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10D93D-ECA4-47A1-A3E4-48D7C53B2E7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095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F7494-7A22-C0E6-3D56-4E8A38FAF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B0BDE0-FE2C-97BD-4FAF-14279209E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D9F3DD-3622-D96A-C7F3-95FD00B3C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62ABB-733E-3616-E892-A607B3BDA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469563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86654-A3AD-AF6A-3F36-C6B3C0A0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6C374B-E647-FF42-04A3-8771876EC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5853F-A158-0DC2-3337-215BEB13E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1C090-051D-5153-3314-7445827D2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0888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7C44C-63FB-1011-78F4-23E145695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FC5C6-A8B1-E67A-5CB0-6551BC0AB5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28F3F-725F-B967-493C-797AAB6D2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  <a:endParaRPr lang="en-US" sz="1200" b="0" i="0" dirty="0">
              <a:solidFill>
                <a:srgbClr val="182126"/>
              </a:solidFill>
              <a:effectLst/>
              <a:latin typeface="-apple-system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62A0B-88B8-C334-F961-F12D847A46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9994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FF59C-0E44-511E-302F-0565A270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35C199-827A-9426-F888-8D1B07664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4B7227-011E-9652-9308-E2368F9B1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1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 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AA94E-ED55-B88A-5F63-4B9FAB0F3E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C90F2-F4C7-B34A-BBF6-3F0668234CD8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265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CF4BB-FEDD-CD03-5B1E-15F63ADD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DDB579-A799-69CA-84E5-D441FB9A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0D19A-07C4-AB54-311C-35D8B05B64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FCAA3-A346-7BE7-0126-5A1FB2E6C7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779217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31301-D224-24EC-92B1-DEC3FC4F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A2FED4-CBCA-D8B4-9067-A954A1A14C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E5DBE-88BF-AAD4-6A6B-F36F2FE73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CC63-67E8-AE8E-557B-FD724E34D6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6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4176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0A807-2474-AC17-2770-8D847CB0D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BEA0F-0A2F-A7E2-B04D-6261FBFFB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E12ACE-84A4-D1C7-8FDF-1D217EF45B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  <a:endParaRPr lang="en-CA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>
              <a:solidFill>
                <a:schemeClr val="tx1">
                  <a:lumMod val="65000"/>
                  <a:lumOff val="35000"/>
                </a:schemeClr>
              </a:solidFill>
              <a:latin typeface="Helvetica 35 Thi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2B999-7795-063D-A46C-7C4EC65529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7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73212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EB7D-B2B9-0B74-2F57-F72986E9E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98A11-24EB-AB8C-2ED6-A5CFA03C2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B70E3-D1B2-85BD-77B8-3FF9150EE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305C94-C549-0F0E-7344-34B3949CA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10D93D-ECA4-47A1-A3E4-48D7C53B2E7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9313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8BA34-BAA4-3F58-140F-757262A8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58818-286F-ADA5-66D6-FC42E2F1A7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6C6F8E-46C0-4ACB-E7A4-24682B6D40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 35 Thin"/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BE43B-CA7A-F55D-9852-19A0F46972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7A62D17-35A6-4F20-88C4-32BB5E420CE3}" type="slidenum">
              <a:rPr lang="en-CA" smtClean="0"/>
              <a:t>9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20500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1774">
              <a:defRPr/>
            </a:pPr>
            <a:r>
              <a:rPr lang="en-CA" u="sng" baseline="0">
                <a:solidFill>
                  <a:srgbClr val="1A73E8"/>
                </a:solidFill>
                <a:effectLst/>
              </a:rPr>
              <a:t> </a:t>
            </a:r>
            <a:endParaRPr lang="en-CA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3C90F2-F4C7-B34A-BBF6-3F0668234CD8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19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31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20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4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91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8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70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83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253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28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01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238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EC898-51EB-4DF5-8BF3-C5E5654F4A2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A439A-C26C-463C-BDD6-449EAB32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32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AF72-256D-6B3C-ABDA-D31B82A2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361B40-7FAE-2889-1391-5E30D56C3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45724"/>
            <a:ext cx="12273284" cy="69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885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002B3-EE16-2D81-7CAD-78ABFB3C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566066-FC39-709A-C448-072CC136B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45724"/>
            <a:ext cx="12273285" cy="69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846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55AC6-42F3-6D6A-E764-E7B586039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0FD340-6B76-3ED5-0D58-8626321A2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14" y="4277"/>
            <a:ext cx="12184372" cy="6853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825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3627B-661B-1BE3-B191-2B2768050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56B87E-826C-DDA5-8558-A4A958E136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" y="0"/>
            <a:ext cx="12191976" cy="685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09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3D757-70B4-4A8D-450F-80B0B1D96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38E50D-4B2E-07F6-41F1-A8E4AF29B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-45724"/>
            <a:ext cx="12273284" cy="69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45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5338-A8C4-481F-8C74-B6CBD11B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oster for a job shadowing program&#10;&#10;AI-generated content may be incorrect.">
            <a:extLst>
              <a:ext uri="{FF2B5EF4-FFF2-40B4-BE49-F238E27FC236}">
                <a16:creationId xmlns:a16="http://schemas.microsoft.com/office/drawing/2014/main" id="{E74FFD07-6826-310D-AB67-F7A559239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0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1AD07-5F1F-C096-F8E8-B2712C86F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person holding a post-it note&#10;&#10;AI-generated content may be incorrect.">
            <a:extLst>
              <a:ext uri="{FF2B5EF4-FFF2-40B4-BE49-F238E27FC236}">
                <a16:creationId xmlns:a16="http://schemas.microsoft.com/office/drawing/2014/main" id="{0EC2EBC8-C709-EEA9-2972-BF788D655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2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4AF9-6623-7CD6-9E2E-881251D3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AD3A1C5-8824-A65A-093F-A23F02C27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5724"/>
            <a:ext cx="12273286" cy="6903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1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CD209-3ACB-BDF8-866E-AEB315858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DDD2F8-A5A3-6463-E413-54055EFD9F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77" y="-4679"/>
            <a:ext cx="12175830" cy="684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35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CBC76D-97F7-4C4C-98C7-155D79FAC8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" y="0"/>
            <a:ext cx="12191988" cy="685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904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D9C17-D6EA-46D1-EC06-55840EB318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701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-up of a person&#10;&#10;AI-generated content may be incorrect.">
            <a:extLst>
              <a:ext uri="{FF2B5EF4-FFF2-40B4-BE49-F238E27FC236}">
                <a16:creationId xmlns:a16="http://schemas.microsoft.com/office/drawing/2014/main" id="{AFC51012-3A15-AF0B-7F6F-1FF7EBF547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6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74D471-6BF3-2752-0A36-C479B96928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53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9161B-88DC-6158-3FE2-5EFFEA38C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33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9A747-0EE3-FDA9-53AB-2F67C93F91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9000"/>
    </mc:Choice>
    <mc:Fallback xmlns="">
      <p:transition advClick="0" advTm="9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DDD85-8251-F838-1AC2-3CDD0F58A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165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 advClick="0" advTm="12000"/>
    </mc:Choice>
    <mc:Fallback xmlns="">
      <p:transition advClick="0" advTm="12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6A1722-ED93-4182-9E2C-1E242901AE96}">
  <we:reference id="e6890d58-51ce-4572-9272-a9ab2dd6f31e" version="1.1.0.0" store="EXCatalog" storeType="EXCatalog"/>
  <we:alternateReferences>
    <we:reference id="WA200002334" version="1.1.0.0" store="en-CA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19596b-07bb-4fe5-8e66-74a257598ac6" xsi:nil="true"/>
    <lcf76f155ced4ddcb4097134ff3c332f xmlns="ffb7da5c-17e6-424c-ac0d-2075003745a6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745AF06AD277448C00178C5E687B57" ma:contentTypeVersion="16" ma:contentTypeDescription="Create a new document." ma:contentTypeScope="" ma:versionID="2d6d2d35a41215595bebc279e5444130">
  <xsd:schema xmlns:xsd="http://www.w3.org/2001/XMLSchema" xmlns:xs="http://www.w3.org/2001/XMLSchema" xmlns:p="http://schemas.microsoft.com/office/2006/metadata/properties" xmlns:ns2="ffb7da5c-17e6-424c-ac0d-2075003745a6" xmlns:ns3="a019596b-07bb-4fe5-8e66-74a257598ac6" targetNamespace="http://schemas.microsoft.com/office/2006/metadata/properties" ma:root="true" ma:fieldsID="7c43f05f444bae1d1f6a753258dbc83e" ns2:_="" ns3:_="">
    <xsd:import namespace="ffb7da5c-17e6-424c-ac0d-2075003745a6"/>
    <xsd:import namespace="a019596b-07bb-4fe5-8e66-74a257598a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b7da5c-17e6-424c-ac0d-2075003745a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fe164b29-4069-4387-b6aa-f01f2a1f474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19596b-07bb-4fe5-8e66-74a257598ac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09f760f-5202-4a42-920e-3b51c0c242b3}" ma:internalName="TaxCatchAll" ma:showField="CatchAllData" ma:web="a019596b-07bb-4fe5-8e66-74a257598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C2E387-A553-4882-AEFA-89C01E08C023}">
  <ds:schemaRefs>
    <ds:schemaRef ds:uri="http://schemas.microsoft.com/office/2006/metadata/properties"/>
    <ds:schemaRef ds:uri="http://schemas.microsoft.com/office/infopath/2007/PartnerControls"/>
    <ds:schemaRef ds:uri="37632fa0-411f-4886-b19a-0e04ec7fbf4f"/>
    <ds:schemaRef ds:uri="308a87a8-1a48-46c4-a367-2871a077d9fc"/>
  </ds:schemaRefs>
</ds:datastoreItem>
</file>

<file path=customXml/itemProps2.xml><?xml version="1.0" encoding="utf-8"?>
<ds:datastoreItem xmlns:ds="http://schemas.openxmlformats.org/officeDocument/2006/customXml" ds:itemID="{5615DA11-DA7A-4B14-9800-996B7F84A0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702902-A7BF-42D6-9F26-D4884FD25F7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749055</TotalTime>
  <Words>20</Words>
  <Application>Microsoft Office PowerPoint</Application>
  <PresentationFormat>Widescreen</PresentationFormat>
  <Paragraphs>20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Arial</vt:lpstr>
      <vt:lpstr>Calibri</vt:lpstr>
      <vt:lpstr>Calibri Light</vt:lpstr>
      <vt:lpstr>Helvetica 35 Thin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Emily Wright</dc:creator>
  <cp:lastModifiedBy>Erin Holliday</cp:lastModifiedBy>
  <cp:revision>3605</cp:revision>
  <dcterms:created xsi:type="dcterms:W3CDTF">2019-05-14T17:41:51Z</dcterms:created>
  <dcterms:modified xsi:type="dcterms:W3CDTF">2026-09-18T16:40:12Z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0x01010023745AF06AD277448C00178C5E687B57</vt:lpwstr>
  </property>
</Properties>
</file>